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PEMPEK: KULINER IKONIK PALEMBANG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Pempek adalah makanan khas dari Palembang, Sumatera Selatan. Makanan ini telah menjadi ikon kuliner yang terkenal di seluruh Indonesia.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SEJARAH SINGKAT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Berasal dari Palembang sejak zaman Kesultanan Palembang.</a:t>
            </a:r>
          </a:p>
          <a:p>
            <a:r>
              <a:t>- Konon, pempek mulai dikenal sejak abad ke-16.</a:t>
            </a:r>
          </a:p>
          <a:p>
            <a:r>
              <a:t>- Nama 'pempek' diyakini berasal dari sebutan 'apek' (panggilan untuk lelaki tua Tionghoa yang menjual makanan ini).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BAHAN UTAMA PEMPEK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Daging ikan segar, umumnya ikan tenggiri atau gabus.</a:t>
            </a:r>
          </a:p>
          <a:p>
            <a:r>
              <a:t>- Tepung sagu sebagai bahan perekat.</a:t>
            </a:r>
          </a:p>
          <a:p>
            <a:r>
              <a:t>- Bahan tambahan seperti bawang putih, garam, dan air 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JENIS-JENIS PEMPEK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Pempek Kapal Selam: berisi telur ayam.</a:t>
            </a:r>
          </a:p>
          <a:p>
            <a:r>
              <a:t>- Pempek Lenjer: berbentuk panjang.</a:t>
            </a:r>
          </a:p>
          <a:p>
            <a:r>
              <a:t>- Pempek Adaan: berbentuk bulat dan digoreng.</a:t>
            </a:r>
          </a:p>
          <a:p>
            <a:r>
              <a:t>- Pempek Kulit: terbuat dari kulit ikan.</a:t>
            </a:r>
          </a:p>
          <a:p>
            <a:r>
              <a:t>- Pempek Keriting: berbentuk unik seperti jaring.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CIRI KHAS PEMPEK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Disajikan dengan kuah cuko bercita rasa asam, manis, pedas.</a:t>
            </a:r>
          </a:p>
          <a:p>
            <a:r>
              <a:t>- Tekstur kenyal dan gurih.</a:t>
            </a:r>
          </a:p>
          <a:p>
            <a:r>
              <a:t>- Bisa direbus dan digoreng untuk rasa yang lebih lezat.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 MEMBUAT PEMPEK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Giling ikan segar dan campurkan dengan tepung sagu.</a:t>
            </a:r>
          </a:p>
          <a:p>
            <a:r>
              <a:t>2. Bentuk sesuai jenis pempek yang diinginkan.</a:t>
            </a:r>
          </a:p>
          <a:p>
            <a:r>
              <a:t>3. Rebus adonan hingga matang.</a:t>
            </a:r>
          </a:p>
          <a:p>
            <a:r>
              <a:t>4. Goreng pempek hingga keemasan.</a:t>
            </a:r>
          </a:p>
          <a:p>
            <a:r>
              <a:t>5. Sajikan dengan kuah cuko dan pelengkap.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MAKNA BUDAYA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Pempek mencerminkan akulturasi budaya Tionghoa dan Palembang.</a:t>
            </a:r>
          </a:p>
          <a:p>
            <a:r>
              <a:t>- Menjadi simbol kebanggaan masyarakat Sumatera Selatan.</a:t>
            </a:r>
          </a:p>
          <a:p>
            <a:r>
              <a:t>- Umumnya dihidangkan pada acara-acara keluarga dan perayaan.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PENUTUP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Pempek tidak hanya makanan lezat, tetapi juga bagian dari sejarah dan budaya Palembang. Rasanya yang khas menjadikan pempek terkenal hingga ke mancanegara.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